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Koszontes. A cel: mindenki sajat Maven-projektet epit, es lefut a mvn clean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Hangsulyozd az ivet: eloszor megmutatjuk a fajdalmat, aztan a megoldast.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Rovid megallo. Ne menj tovabb, amig nincs meg mindenkinek a mvn -v.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Atvezeto. Innen jon a demo elso fele. Kapcsolj terminalra, ne maradj a dian.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Elo demo. Lassan, hangosan. A 'no main manifest attribute' hiba szandekos, ne javitsd azonnal.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demo masodik fele. A fajdalmat ne siess atlepni - ez adja meg a Maven ertelmet.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mult heti diarol ismeros lehet - most mar van hozza atelt fajdalom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EPAM anyagaban is van erre abra. Erdemes egy szoval utalni 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leggyakoribb felreertes: a clean nem a default eletciklus resze.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Menj vegig rajtuk, de ne egyforma hangsullyal. A compile, test, package a lenyeg.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Kerd meg oket, hogy ezt a negyet irjak fel maguknak.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 egy dolgot visznek el a mai orarol, ez legyen az. A hibauzenet-olvasas kulcsa.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Elo demo: csinalj egy projektet IntelliJ-ben, kozben beszelj az archetype-rol.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Menj vegig a negy reszen, es kozben mutasd a bal oldali XML megfelelo sorait.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koordinata-hasonlat (postai cim) jol mukodik. Ismeteld meg a fuggosegeknel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Itt zarul be a kor. Hivatkozz vissza a demora, ne csak mondd 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test scope a fontos, a tobbi most eleg, ha hallottak rola.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dependency:tree a mai ora egyik legfontosabb parancsa. Mutasd meg eloben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 van ido, nyisd meg eloben a sajat .m2 mappadat es gorgess bele.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lenyeg: a plugin sem varazslat, ugyanolyan letoltott JAR, mint a tobbi.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Elo demo. Futtasd le ELOTTE egyszer, hogy a lokalis repo megteljen, kulonben 2 percig tolt.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 van ido, rontsd el eloben a kodot, es olvassatok el egyutt a hibauzenetet.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Menj vegig hangosan a listan, es kerdezd meg, kinel nem stimmel valami.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Checkstyle plugin jo atvezetes: az is Maven plugin, amit ma tanultunk.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B3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BPI1116 · BPI1113 · BMI1303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Programozási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technológiák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BD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óra: Maven alapok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20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szeptember 15.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3716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B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 parancs az egész build helyett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394960" y="2057400"/>
            <a:ext cx="6217920" cy="2743200"/>
          </a:xfrm>
          <a:prstGeom prst="roundRect">
            <a:avLst>
              <a:gd name="adj" fmla="val 2667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59552" y="22037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33288" y="22037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07024" y="22037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213969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596128" y="2496312"/>
            <a:ext cx="581558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mvn clean package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Scanning for projects...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Compiling 2 source files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Tests run: 3, Failures: 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Building jar: hello-world.jar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BUILD SUCCESS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Total time: 3.412 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4983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 óra végén ez a parancs mindenkinél lefut a saját projektjén.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 menü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első fele fájni fog, a második fele megoldja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149840" cy="621792"/>
          </a:xfrm>
          <a:prstGeom prst="roundRect">
            <a:avLst>
              <a:gd name="adj" fmla="val 8824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E8944A"/>
          </a:solidFill>
          <a:ln w="12700">
            <a:solidFill>
              <a:srgbClr val="E894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739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099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Élő demó: build tool nélkül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842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javac, java, jar, classpath, manifest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32688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perc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68296"/>
            <a:ext cx="10149840" cy="621792"/>
          </a:xfrm>
          <a:prstGeom prst="roundRect">
            <a:avLst>
              <a:gd name="adj" fmla="val 8824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459736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4963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432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az a Maven?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70662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POM, életciklus, repository, megegyezés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25511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90672"/>
            <a:ext cx="10149840" cy="621792"/>
          </a:xfrm>
          <a:prstGeom prst="roundRect">
            <a:avLst>
              <a:gd name="adj" fmla="val 8824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182112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2186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154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Életciklusok és fázisok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4290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package, test, install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3273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perc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813048"/>
            <a:ext cx="10149840" cy="621792"/>
          </a:xfrm>
          <a:prstGeom prst="roundRect">
            <a:avLst>
              <a:gd name="adj" fmla="val 8824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3904488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9410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38770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Alap Maven-projekt és a pom.xml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15137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együtt építjük fel a nulláról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3995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perc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535424"/>
            <a:ext cx="10149840" cy="621792"/>
          </a:xfrm>
          <a:prstGeom prst="roundRect">
            <a:avLst>
              <a:gd name="adj" fmla="val 8824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4626864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663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4599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Függőségek kezelése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8737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koordináták, scope, tranzitív függőségek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326880" y="47183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perc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257800"/>
            <a:ext cx="10149840" cy="621792"/>
          </a:xfrm>
          <a:prstGeom prst="roundRect">
            <a:avLst>
              <a:gd name="adj" fmla="val 8824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5349240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3858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417320" y="53218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Pluginek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1417320" y="55961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a munkát ténylegesen végzi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326880" y="5440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perc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9436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is együtt csináljuk. A végén mindenkinek lesz egy saját, működő Maven-projektje.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 tartunk?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Mielőtt belekezdünk: fut-e mindenkinél, amit múlt héten telepítettünk?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19110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gyors ellenőrzés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67712"/>
            <a:ext cx="508406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 -version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openjdk version "21.0.12"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mvn -v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Apache Maven 3.9.16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version: 21.0.12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82880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 héten feltettük a JDK-t, az IntelliJ-t és a Mavent. Délután Attilával a Gitet.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valakinél az mvn -v nem válaszol, most szóljon: két perc alatt megoldjuk.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az mvn -v azt mondja, JAVA_HOME not found, akkor a JAVA_HOME hiányzik vagy rossz mappára mutat.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Mindenki írja be a chatbe az mvn -v első sorát. Megvárjuk egymást.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7548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ma NEM fogunk csinálni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1206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írunk sok Java-kódot. A mai óra arról szól, hogyan épül fel egy projekt a kód körül. Ez az a tudás, ami minden további órán ott lesz a háttérben: a beadandótok is Maven-projekt lesz.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Kezdjük a végéről.</a:t>
            </a:r>
            <a:endParaRPr lang="en-US" sz="3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Így néz ki egy projekt</a:t>
            </a:r>
            <a:endParaRPr lang="en-US" sz="3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eszköz nélkül.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74904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egy programom, két saját osztállyal.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 hozzá egy külső könyvtár, amit valaki más írt.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Szeretném odaadni egy csoporttársamnak úgy, hogy nála is elinduljon.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Ennyi a feladat. Nézzük meg, mennyi munka ez kézzel.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21945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E894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2926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ÉLŐ DEMÓ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kapcsolj át terminálra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Demó 1: egy osztály, semmi külső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még könnyű. Pont ezért jó kiindulás.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19110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fordítás, futtatás, csomagolás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67712"/>
            <a:ext cx="508406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javac Main.java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 Main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Szia Uram!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jar cf hello-world.jar Main.class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 -jar hello-world.jar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main manifest attribute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jar cfe hello-world.jar Main Main.class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82880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javac: forrás → bájtkód. A .class fájlt a JVM futtatja.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Main: az osztály nevét adjuk meg, nem a fájlnevet.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cf: becsomagolunk. De a JAR még nem tudja, mit kell indítania.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cfe: az e kapcsoló írja be a belépési pontot a manifestbe.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javap -c Main.class: ha van két perc, mutasd meg a visszafejtett bájtkódot.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983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5212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Eddig három parancs. Kezelhető. És most hozzáadunk egyetlen külső könyvtárat.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Demó 2: egy külső könyvtár, kézzel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Ugyanaz a program, egyetlen új sorral a kódban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00800" cy="3291840"/>
          </a:xfrm>
          <a:prstGeom prst="roundRect">
            <a:avLst>
              <a:gd name="adj" fmla="val 2222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191109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fájdalom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67712"/>
            <a:ext cx="599846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javac Main.java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package com.indvd00m.ascii.render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does not exist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(bongeszo: keresd meg, toltsd le... KETTOT)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javac -cp ".;a.jar;b.jar" Main.java Gr...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  -cp ".;a.jar;b.jar" Main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jar xf a.jar ; jar xf b.jar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jar cfm hello-world.jar MANIFEST.MF \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Main.class Gr....class com/ fonts/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828800"/>
            <a:ext cx="4389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8A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JAR kellett, pedig egyet kértünk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8A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második a tranzitív függőség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8A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classpath elválasztója platformfüggő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8A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PowerShellben idézőjel is kell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8A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-jar figyelmen kívül hagyja a -cp-t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8A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idegen JAR-t ki kell csomagolni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8A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manifest végén kell egy üres sor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55138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A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 mindezt le kell írni a csoporttársadnak is, hogy meg tudja ismételni.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az a Maven?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Projektkezelő eszköz: leírod, MI a projekted, nem azt, hogyan kell megépíteni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 Model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Egyetlen XML fájl írja le a projektet: koordináták, függőségek, beállítások.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20574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514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Életciklus és fázisok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8803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Rögzített lépéssor, ami minden Maven-projektben ugyanaz.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182880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20574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514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Függőségkezelés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8803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könyvtárakat a központi repóból tölti le, a gépeden a lokálisban tárolja.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526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over Configuration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9377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Megegyezés a beállítás helyett. Ha a forrás a src/main/java mappában van, semmit nem kell konfigurálnod. Ezért néz ki minden Maven-projekt a világon ugyanúgy, és ezért tudsz beleülni egy idegen projektbe öt perc alatt.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Deklaratív, nem imperatív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különbség, amitől az egész működik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2194560"/>
          </a:xfrm>
          <a:prstGeom prst="roundRect">
            <a:avLst>
              <a:gd name="adj" fmla="val 2500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A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Imperatív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Leírod a lépéseket: fordíts le, másold ide, csomagold be, futtasd. Ha bármi változik, neked kell átírni a szkriptet.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9A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csinálj?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2194560"/>
          </a:xfrm>
          <a:prstGeom prst="roundRect">
            <a:avLst>
              <a:gd name="adj" fmla="val 2500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Deklaratív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68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Leírod, mi a projekt: ez a neve, ezek a függőségei, ilyen csomag legyen a vége. A hogyanról a Maven gondoskodik.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520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legyen a végeredmény?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7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Ennek három következménye van, és mind a három számít: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Ugyanaz a build fut a te gépeden, a csoporttársadén és a build szerveren.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 elolvassa a pom.xml-t, öt perc alatt megérti a projektet, akkor is, ha soha nem látta.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Kevesebbet kell írni. Amit nem írsz le, azt a megegyezés dönti el.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Három életciklus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életciklus egy fázissorozat. Fázist hívsz meg, nem parancsot.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2651760"/>
          </a:xfrm>
          <a:prstGeom prst="roundRect">
            <a:avLst>
              <a:gd name="adj" fmla="val 2069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Takarítás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Kitörli a target mappát. Egyetlen érdemi fázisa a clean.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931920"/>
            <a:ext cx="2880360" cy="384048"/>
          </a:xfrm>
          <a:prstGeom prst="roundRect">
            <a:avLst>
              <a:gd name="adj" fmla="val 11905"/>
            </a:avLst>
          </a:prstGeom>
          <a:solidFill>
            <a:srgbClr val="0F2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0050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clean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828800"/>
            <a:ext cx="3429000" cy="2651760"/>
          </a:xfrm>
          <a:prstGeom prst="roundRect">
            <a:avLst>
              <a:gd name="adj" fmla="val 2069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20574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514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 maga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8803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a lényeg: validate, compile, test, package, verify, install, deploy.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26280" y="3931920"/>
            <a:ext cx="2880360" cy="384048"/>
          </a:xfrm>
          <a:prstGeom prst="roundRect">
            <a:avLst>
              <a:gd name="adj" fmla="val 11905"/>
            </a:avLst>
          </a:prstGeom>
          <a:solidFill>
            <a:srgbClr val="0F2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6280" y="40050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package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1828800"/>
            <a:ext cx="3429000" cy="2651760"/>
          </a:xfrm>
          <a:prstGeom prst="roundRect">
            <a:avLst>
              <a:gd name="adj" fmla="val 2069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0" y="20574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514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Dokumentáció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28803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Projektoldalt és riportokat generál. Ma nem foglalkozunk vele.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0" y="3931920"/>
            <a:ext cx="2880360" cy="384048"/>
          </a:xfrm>
          <a:prstGeom prst="roundRect">
            <a:avLst>
              <a:gd name="adj" fmla="val 11905"/>
            </a:avLst>
          </a:prstGeom>
          <a:solidFill>
            <a:srgbClr val="0F2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0" y="40050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site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9834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A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három életciklus független egymástól. Ezért írjuk gyakran együtt: mvn clean package. Ez két életciklusból hív fázist: előbb takarít, aztán épít.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default életciklus fázisai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legfontosabb szabály: ha egy fázist hívsz, minden előtte lévő is lefut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202996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67128" y="192024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67128" y="21031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02996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85616" y="192024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85616" y="21031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202936" y="202996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04104" y="192024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04104" y="21031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821424" y="202996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022592" y="192024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22592" y="21031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439912" y="202996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641080" y="192024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41080" y="21031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0" y="202996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259568" y="192024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59568" y="21031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2834640"/>
            <a:ext cx="11064240" cy="429768"/>
          </a:xfrm>
          <a:prstGeom prst="roundRect">
            <a:avLst>
              <a:gd name="adj" fmla="val 12766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468880" y="29352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Ellenőrzi, hogy a projekt rendben van-e, és minden szükséges adat megvan-e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3337560"/>
            <a:ext cx="11064240" cy="429768"/>
          </a:xfrm>
          <a:prstGeom prst="roundRect">
            <a:avLst>
              <a:gd name="adj" fmla="val 12766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468880" y="343814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Lefordítja a forrást: ez az a javac, amit az előbb kézzel írtunk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3840480"/>
            <a:ext cx="11064240" cy="429768"/>
          </a:xfrm>
          <a:prstGeom prst="roundRect">
            <a:avLst>
              <a:gd name="adj" fmla="val 12766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3931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468880" y="39410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Lefuttatja az egységteszteket. Ha egy elbukik, a build megáll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4343400"/>
            <a:ext cx="11064240" cy="429768"/>
          </a:xfrm>
          <a:prstGeom prst="roundRect">
            <a:avLst>
              <a:gd name="adj" fmla="val 12766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434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468880" y="44439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Becsomagolja a lefordított kódot: JAR, WAR, amit a pom.xml mond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4846320"/>
            <a:ext cx="11064240" cy="429768"/>
          </a:xfrm>
          <a:prstGeom prst="roundRect">
            <a:avLst>
              <a:gd name="adj" fmla="val 12766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4937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2468880" y="494690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integrációs tesztek eredményét ellenőrzi, minőségi kapuk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48640" y="5349240"/>
            <a:ext cx="11064240" cy="429768"/>
          </a:xfrm>
          <a:prstGeom prst="roundRect">
            <a:avLst>
              <a:gd name="adj" fmla="val 12766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7240" y="5440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468880" y="54498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Beteszi a lokális repóba, hogy a gépeden más projekt is használhassa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48640" y="5852160"/>
            <a:ext cx="11064240" cy="429768"/>
          </a:xfrm>
          <a:prstGeom prst="roundRect">
            <a:avLst>
              <a:gd name="adj" fmla="val 12766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7240" y="5943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2468880" y="595274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Feltölti egy távoli repóba, hogy a kollégák is elérjék</a:t>
            </a:r>
            <a:endParaRPr lang="en-US" sz="1250" dirty="0"/>
          </a:p>
        </p:txBody>
      </p:sp>
      <p:sp>
        <p:nvSpPr>
          <p:cNvPr id="46" name="Text 43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négy parancs, amit használni fogsz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Ezt a négyet érdemes fejből tudni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39112"/>
            <a:ext cx="2377440" cy="411480"/>
          </a:xfrm>
          <a:prstGeom prst="roundRect">
            <a:avLst>
              <a:gd name="adj" fmla="val 11111"/>
            </a:avLst>
          </a:prstGeom>
          <a:solidFill>
            <a:srgbClr val="0F2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12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clean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09397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Kitörli a target mappát. Amikor valami érthetetlen, ezzel kezdd.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090672"/>
            <a:ext cx="2377440" cy="411480"/>
          </a:xfrm>
          <a:prstGeom prst="roundRect">
            <a:avLst>
              <a:gd name="adj" fmla="val 11111"/>
            </a:avLst>
          </a:prstGeom>
          <a:solidFill>
            <a:srgbClr val="0F2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1638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test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14553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Lefordít és lefuttatja a teszteket. Csomagolás nélkül.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142232"/>
            <a:ext cx="2377440" cy="411480"/>
          </a:xfrm>
          <a:prstGeom prst="roundRect">
            <a:avLst>
              <a:gd name="adj" fmla="val 11111"/>
            </a:avLst>
          </a:prstGeom>
          <a:solidFill>
            <a:srgbClr val="0F2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215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package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4197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Végigmegy validate-től package-ig. A végén ott a JAR a targetben.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193792"/>
            <a:ext cx="2377440" cy="411480"/>
          </a:xfrm>
          <a:prstGeom prst="roundRect">
            <a:avLst>
              <a:gd name="adj" fmla="val 11111"/>
            </a:avLst>
          </a:prstGeom>
          <a:solidFill>
            <a:srgbClr val="0F2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2669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install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524865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Ugyanez, plusz beteszi a lokális repóba más projektjeid számára.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 a leggyakoribb kombináció: mvn clean install. Takarít, épít, tesztel, csomagol, telepít.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Fázis és goal: ki végzi a munkát?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a legfontosabb fogalom a mai órán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fázis csak egy megnevezett pont a sorban. Önmagában semmit nem csinál.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munkát a pluginek végzik. Egy plugin egy vagy több goalt kínál.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Maven annyit tesz, hogy goalokat köt a fázisokhoz.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Például: a compile fázishoz a maven-compiler-plugin compile goalja van kötve.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82880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7395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4768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2142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86600" y="191109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kétféleképpen hívhatod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10528" y="2267712"/>
            <a:ext cx="490118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mvn compile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(fazis: minden elotte levo is fut)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mvn compiler:compile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(goal: csak ez az egy dolog fut)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mvn dependency:tree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11064240" cy="1508760"/>
          </a:xfrm>
          <a:prstGeom prst="roundRect">
            <a:avLst>
              <a:gd name="adj" fmla="val 3636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6177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érdekes ez?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9834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Mert ha érted, akkor a hibaüzenetek is érthetők lesznek. Amikor azt látod, hogy „Failed to execute goal org.apache.maven.plugins:maven-surefire-plugin:test”, akkor tudod: a test fázisnál járt, a surefire plugin futott, és a tesztek buktak el. Nem a Maven romlott el.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Alap Maven-projekt létrehozása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út vezet ugyanoda. Most mindkettőt megnézzük.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IntelliJ IDEA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 → Build system: Maven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JDK: 21, Advanced: GroupId, ArtifactId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és kész is a szerkezet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Jobb oldalt megjelenik a Maven ablak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Parancssorból, archetype-pal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377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archetype egy projektsablon. Ez fut a build szervereken és a gyors kísérleteknél.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92240" y="2971800"/>
            <a:ext cx="4846320" cy="1371600"/>
          </a:xfrm>
          <a:prstGeom prst="roundRect">
            <a:avLst>
              <a:gd name="adj" fmla="val 5333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56832" y="3118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30568" y="3118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04304" y="3118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3408" y="3410712"/>
            <a:ext cx="4443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archetype:generate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-DgroupId=hu.nye.progtech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-DartifactId=elso-maven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-DinteractiveMode=false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" y="476402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476402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0704" y="476402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25880" y="470001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létrejön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5056632"/>
            <a:ext cx="499262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elso-maven/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pom.xml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src/main/java/    &lt;- a kod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src/main/resources/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src/test/java/    &lt;- a tesztek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4617720"/>
            <a:ext cx="5394960" cy="1508760"/>
          </a:xfrm>
          <a:prstGeom prst="roundRect">
            <a:avLst>
              <a:gd name="adj" fmla="val 3636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47731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 mappa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51206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még nincs meg. Az első buildkor jön létre, és minden odakerül, amit a Maven előállít: a .class fájlok, a JAR, a riportok. Soha nem tesszük verziókezelőbe, mert bármikor újra előáll.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pom.xml anatómiája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Négy rész, és ennyi az egész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19110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67712"/>
            <a:ext cx="563270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&lt;project&gt;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&lt;modelVersion&gt;4.0.0&lt;/modelVersion&gt;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&lt;groupId&gt;hu.nye.progtech&lt;/groupId&gt;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&lt;artifactId&gt;elso-maven&lt;/artifactId&gt;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&lt;version&gt;1.0-SNAPSHOT&lt;/version&gt;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&lt;packaging&gt;jar&lt;/packaging&gt;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&lt;properties&gt;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&lt;maven.compiler.release&gt;21&lt;/...&gt;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&lt;/properties&gt;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&lt;dependencies&gt;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&lt;dependency&gt;...&lt;/dependency&gt;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&lt;/dependencies&gt;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&lt;build&gt;&lt;plugins&gt;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&lt;plugin&gt;...&lt;/plugin&gt;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&lt;/plugins&gt;&lt;/build&gt;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&lt;/project&gt;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49440" y="182880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78040" y="1938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Koordináták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2128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vagyok én? groupId, artifactId, version. Ez a három azonosít a világon.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288036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78040" y="29900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properties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32644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Beállítások és saját változók. Itt mondod meg, milyen Java-verzióra fordítson.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393192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8040" y="40416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43159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Mire van szükségem? Külső könyvtárak, koordinátákkal megadva.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498348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78040" y="50932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/ plugins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53675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végzi a munkát? Itt hangolod a pluginek működését.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Koordináták: a projekt postai címe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Ugyanaz a három adat azonosít téged és minden könyvtárat, amit használsz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groupId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hu.nye.progtech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2057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szervezet azonosítója, általában fordított domainnév. Mint egy csomag neve.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artifactId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27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elso-maven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Magának a projektnek a neve. Ez lesz a JAR fájl neve is.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33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1.0-SNAPSHOT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4069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verzió. A SNAPSHOT azt jelenti: fejlesztés alatt, bármikor változhat.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0474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349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legyen a végeredmény: jar, war, vagy pom. Ha nem írod ki, jar lesz.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89204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50474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A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vagy végleges?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349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SNAPSHOT verziókat a Maven időnként újra letölti, mert változhatnak. A végleges kiadásokat soha.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Függőségek kezelése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egész demó fájdalma öt sorban megoldva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19110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67712"/>
            <a:ext cx="526694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&lt;dependencies&gt;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&lt;dependency&gt;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&lt;groupId&gt;com.indvd00m.ascii.render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&lt;/groupId&gt;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&lt;artifactId&gt;ascii-render&lt;/artifactId&gt;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&lt;version&gt;2.2.0&lt;/version&gt;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&lt;/dependency&gt;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&lt;/dependencies&gt;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8288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Ugyanaz a három koordináta, mint a saját projektednél.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Honnan tudod, mit írj be? A central.sonatype.com oldalon rákeresel, és kimásolod.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Maven letölti a központi repóból, és beteszi a classpathra. Neked nincs dolgod vele.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tranzitív függőséget, vagyis a függőséged függőségét, magától behozza.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11064240" cy="1554480"/>
          </a:xfrm>
          <a:prstGeom prst="roundRect">
            <a:avLst>
              <a:gd name="adj" fmla="val 3529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572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Emlékeztek, mennyi munka volt ez kézzel?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9377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Megkeresni a könyvtárat, kideríteni a függőségét, letölteni két JAR-t, classpathot írni platformonként másképp, kicsomagolni, manifestet írni. Most: öt sor, és egy mvn package.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mikor kell a függőség?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minden könyvtár kell mindig. A scope ezt mondja meg.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9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alapértelmezett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0574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Fordításkor és futáskor is kell, és bekerül a csomagba. Ha nem írsz scope-ot, ez lesz.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953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64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csak teszteléshez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0815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Csak a tesztek fordításához és futtatásához kell. A JUnit tipikusan ilyen.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adja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410565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Fordításkor kell, de futáskor a környezet biztosítja. Például egy alkalmazásszerver.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855464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001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312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csak futáskor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512978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Fordításkor nem kell, futáskor igen. Tipikusan adatbázis-driverek.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&lt;scope&gt;test&lt;/scope&gt; — ezt az egy sort a félév során nagyon sokszor fogjátok leírni, mert minden teszt-könyvtár így kerül be.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Tranzitív függőségek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nem te kértél, mégis ott van a projektedben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035040" cy="2468880"/>
          </a:xfrm>
          <a:prstGeom prst="roundRect">
            <a:avLst>
              <a:gd name="adj" fmla="val 2963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19110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dependency:tree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67712"/>
            <a:ext cx="563270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hu.nye.progtech:elso-maven:jar:1.0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 com.indvd00m...:ascii-render:2.2.0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\- com...:ascii-render-api:2.2.0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\- org.junit.jupiter:junit-jupiter:5.x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+- org.junit...:junit-platform...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\- org.opentest4j:opentest4j:1.3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8288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Ezt a parancsot jegyezzétek meg. Megmutatja, mi van tényleg a projektben.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sárga sor az, amit kézzel kellett kinyomoznunk a demóban.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ugyanaz a könyvtár két úton, két verzióban jön be, a Maven a hozzád közelebbit választja.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valamit nem akarsz behozni, van rá exclusion. Ritkán kell, de jó tudni, hogy létezik.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7091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fontos ez a valóságban?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074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átlagos vállalati alkalmazásban több száz könyvtár van, és a legtöbbjüket soha senki nem írta le a pom.xml-be. Amikor kiderül egy biztonsági rés valamelyikben, ezzel a paranccsal derül ki, érint-e téged.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Honnan jönnek a könyvtárak?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Három szint, és a Maven ebben a sorrendben keres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2468880"/>
          </a:xfrm>
          <a:prstGeom prst="roundRect">
            <a:avLst>
              <a:gd name="adj" fmla="val 2222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Lokális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~/.m2/repository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saját gépeden. Ide kerül minden, amit valaha letöltöttél. Ha megvan, innen veszi.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995928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429000" cy="2468880"/>
          </a:xfrm>
          <a:prstGeom prst="roundRect">
            <a:avLst>
              <a:gd name="adj" fmla="val 2222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20116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Távoli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377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A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cég belső repója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7432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Vállalati környezetben van egy közös szerver: Nexus, Artifactory. Szűrt, ellenőrzött tartalom.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699248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429000" cy="2468880"/>
          </a:xfrm>
          <a:prstGeom prst="roundRect">
            <a:avLst>
              <a:gd name="adj" fmla="val 2222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20116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Központi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377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Maven Central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7432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nyilvános gyűjtemény. Innen jön minden, amit a világ nyílt forrású Java-világa publikál.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7091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Praktikus tudnivaló a lokális repóról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074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.m2 mappában minden könyvtár mellett ott van a saját pom.xml-je is. Ebből tudja meg a Maven a tranzitív függőségeket. Ha valami érthetetlen letöltési hibát kapsz, a klasszikus megoldás az adott mappa törlése: a Maven újratölti.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Pluginek: ami a munkát végzi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Maven maga szinte semmit nem csinál. Mindent pluginekre bíz.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852160" cy="603504"/>
          </a:xfrm>
          <a:prstGeom prst="roundRect">
            <a:avLst>
              <a:gd name="adj" fmla="val 9091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maven-compiler-plugin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9397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Fordít. Ő hívja a javac-ot. Itt mondod meg a Java-verziót.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5852160" cy="603504"/>
          </a:xfrm>
          <a:prstGeom prst="roundRect">
            <a:avLst>
              <a:gd name="adj" fmla="val 9091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56946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maven-surefire-plugin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072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egységteszteket futtatja a test fázisban. Riportot is ír.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5852160" cy="603504"/>
          </a:xfrm>
          <a:prstGeom prst="roundRect">
            <a:avLst>
              <a:gd name="adj" fmla="val 9091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28269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maven-jar-plugin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520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Becsomagolja a JAR-t a package fázisban.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5852160" cy="603504"/>
          </a:xfrm>
          <a:prstGeom prst="roundRect">
            <a:avLst>
              <a:gd name="adj" fmla="val 9091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99592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maven-shade-plugin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2336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jar: a függőségeket is beleteszi. Ez váltja ki a kézi kicsomagolást.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636008"/>
            <a:ext cx="5852160" cy="603504"/>
          </a:xfrm>
          <a:prstGeom prst="roundRect">
            <a:avLst>
              <a:gd name="adj" fmla="val 9091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7091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exec-maven-plugin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9469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Futtatja a programot Mavenből, külön java parancs nélkül.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75120" y="1783080"/>
            <a:ext cx="4937760" cy="3017520"/>
          </a:xfrm>
          <a:prstGeom prst="roundRect">
            <a:avLst>
              <a:gd name="adj" fmla="val 2424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39712" y="192938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13448" y="192938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7184" y="192938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52360" y="18653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így hangolod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221992"/>
            <a:ext cx="4535424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&lt;build&gt;&lt;plugins&gt;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&lt;plugin&gt;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&lt;groupId&gt;org.apache.maven.plugins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&lt;/groupId&gt;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&lt;artifactId&gt;maven-surefire-plugin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&lt;/artifactId&gt;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&lt;version&gt;3.2.5&lt;/version&gt;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&lt;configuration&gt;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...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&lt;/configuration&gt;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&lt;/plugin&gt;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&lt;/plugins&gt;&lt;/build&gt;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5577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plugin is ugyanolyan koordinátákkal azonosított artefakt, mint bármelyik függőség. És ugyanúgy a repóból tölti le a Maven.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Demó 3: ugyanaz a program, Mavennel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zárjuk be a kört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6537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8366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két forrásfájlt betesszük a src/main/java mappába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426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6609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pom.xml-be öt sor: a függőség koordinátái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198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43814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clean package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1970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21538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-jar target/hello-world.jar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4768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2142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86600" y="191109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clean package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510528" y="2267712"/>
            <a:ext cx="490118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Compiling 2 source files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Tests run: 0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Building jar: hello-world.jar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Including ascii-render-2.2.0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Including ascii-render-api...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BUILD SUCCESS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Total time: 3.412 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3492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 letöltés böngészőből. Nulla classpath. Nulla kézi manifest. És ugyanez a parancs fut Windowson, Macen, Linuxon és a build szerveren is.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Négy hibaüzenet, amit fel fogsz ismerni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Maven bőbeszédű, de a lényeg mindig ugyanott van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5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FAILURE + Failed to execute goal ... compiler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Fordítási hiba a kódodban. Görgess feljebb, ott a fájl és a sor.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5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 to execute goal ... surefire ... test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teszt elbukott. A target/surefire-reports mappában van a részletes riport.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114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5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Could not resolve dependencies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34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Elgépelt koordináta, nem létező verzió, vagy nincs internet.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212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5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JAVA_HOME not found in your environment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532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a Mavennel van baj. A JAVA_HOME hiányzik vagy rossz mappára mutat.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 a legfontosabb: a Maven kimenetében az első hiba számít, nem az utolsó. Görgess vissza.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Mielőtt kilépsz: ellenőrző lista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bármelyik nem stimmel, most szólj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223760" cy="566928"/>
          </a:xfrm>
          <a:prstGeom prst="roundRect">
            <a:avLst>
              <a:gd name="adj" fmla="val 967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110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2FBF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19385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egy saját Maven-projekted, pom.xml-lel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7223760" cy="566928"/>
          </a:xfrm>
          <a:prstGeom prst="roundRect">
            <a:avLst>
              <a:gd name="adj" fmla="val 967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5968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2FBF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26243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Lefut az mvn clean package, és BUILD SUCCESS a vége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7223760" cy="566928"/>
          </a:xfrm>
          <a:prstGeom prst="roundRect">
            <a:avLst>
              <a:gd name="adj" fmla="val 967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2826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2FB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80160" y="33101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 mappában ott a JAR fájl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7223760" cy="566928"/>
          </a:xfrm>
          <a:prstGeom prst="roundRect">
            <a:avLst>
              <a:gd name="adj" fmla="val 967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9684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2FBF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80160" y="39959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tudsz tenni egy függőséget a pom.xml-be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7223760" cy="566928"/>
          </a:xfrm>
          <a:prstGeom prst="roundRect">
            <a:avLst>
              <a:gd name="adj" fmla="val 967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2FBF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80160" y="46817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mvn dependency:tree kiírja a függőségi fát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7223760" cy="566928"/>
          </a:xfrm>
          <a:prstGeom prst="roundRect">
            <a:avLst>
              <a:gd name="adj" fmla="val 967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3400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2FBF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80160" y="53675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Tudod, mit csinál a clean, a test, a package és az install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046720" y="1783080"/>
            <a:ext cx="3566160" cy="4023360"/>
          </a:xfrm>
          <a:prstGeom prst="roundRect">
            <a:avLst>
              <a:gd name="adj" fmla="val 1538"/>
            </a:avLst>
          </a:prstGeom>
          <a:solidFill>
            <a:srgbClr val="0F2430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2104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Házi feladat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251460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Készíts egy hello-world.jar programot Mavennel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Kérje be a nevet és egy nyelvet, és azon a nyelven köszönjön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Legyen benne legalább egy külső függőség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Részletek: exercises/week_2.md a kurzus repójában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Kérdések?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a saját projekted nem épül, most szólj. A pom.xml-t sokkal könnyebb együtt megnézni, mint chatben leírni.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80960" y="173736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1B3B4A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Jövő héten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4688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és OO alapok ismétlése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handling, Collection API, generikusok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 irányelvek: SOLID, KISS, YAGNI, DRY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Code és a Checkstyle plugin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Köszönöm a figyelmet!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2. óra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ora - Maven alapok</dc:title>
  <dc:subject>PptxGenJS Presentation</dc:subject>
  <dc:creator>Programozasi technologiak</dc:creator>
  <cp:lastModifiedBy>Programozasi technologiak</cp:lastModifiedBy>
  <cp:revision>1</cp:revision>
  <dcterms:created xsi:type="dcterms:W3CDTF">2026-09-14T11:12:56Z</dcterms:created>
  <dcterms:modified xsi:type="dcterms:W3CDTF">2026-09-14T11:12:56Z</dcterms:modified>
</cp:coreProperties>
</file>