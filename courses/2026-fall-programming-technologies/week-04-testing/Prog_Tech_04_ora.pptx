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Koszontes. A cel: sajat projekten lefut a verify, tesztekkel, lefedettseggel, stilusellenorzessel.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Napirend. Hangsulyozd, hogy ez nem elszigetelt tema: a beadandonal szamit.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Kosd ossze a korabbi orakkal. Ez adja meg, miert most jon a teszteles.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masodik ok a fontosabb: batorsag a valtoztatashoz. Erre terj vissza a TDD-nel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nezd le a println-t, csak mutasd meg a korlatait. Ok is igy dolgoznak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menj melyen az e2e-be, csak legyen kepuk a szintekrol.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fagylalttolcser (ice cream cone) anti-mintat erdemes megemliteni, jol megjegyezheto.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Gyors dia. A lenyeg, hogy a fogalmak ismerosek legyenek, ne kelljen definiciot magolni.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'self-validating' gondolat mar itt megjelenik, a FIRST-nel visszaterunk 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Legy oszinte: a 'kóddal együtt' a realis elvaras, nem a tiszta TDD.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refactor lepes a lenyeg: ez az, amire a teszt batorsagot 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negy fogalmat ne magoltasd. Eleg, ha a mock es a stub kulonbsege megmarad.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FIRST a blokk lezarasa. Erdemes kerni, hogy irjak 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Szunet. Erdemes kiirni a pontos idot, hogy mikor folytatjatok.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Atvezeto. Olvasd fel lassan a kerdeseket, ezek adjak a blokk ivet.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valaki nem volt itt ket hete, ez a dia potolja a hianyzo fogalmat.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skipTests-rol legy oszinte, de ne bagatellizald.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dia a legfontosabb a blokkban. Ne engedd, hogy a coverage szam cella valjon.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gepeld be elobol az egesz XML-t, masold be a demo csomagbol.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Goodhart-torveny: ha egy mérőszamból cel lesz, megszunik jo mérőszam lenni.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Kosd ossze a mult heti Clean Code oraval: ugyanaz a cel, csak automatizalva.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zarja a masodik blokkot. Innen mar csak gyakorlat jon.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Ezt a diat ketszer hasznalod: delelott zarasnak, delutan felvezetesnek.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demo: irj egy tesztet a semmibol, es futtasd le IntelliJ-bol a zold nyillal.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given-when-then kommentek elhagyhatoak, de kezdoknek nagyon segitenek.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mockolast ne tuloldd. A beadandoban sok helyen nem is lesz ra szukseg.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rugalmas blokk: 15 es 30 perc kozott barmi lehet. A 6. lepes elhagyhato.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demo: nyisd meg a jacoco riportot bongeszoben. Ez a legjobb resz.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Lassan menj vegig rajta, ez rogziti a nap ivet.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Menj vegig rajta lassan. A hallgatok fele ebbol fogja tudni, mit kell csinalni.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Nyitott veg. Ha elfogynak a kerdesek, nyugodtan zard le korabban.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jovo heti jatek jo atvezetes: ott mar tesztelni is fogjuk, amit irunk.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3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BPI1116 · BPI1113 · BMI1303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Programozási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technológiák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óra: Tesztelés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szeptember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371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Honnan tudod, hogy működik?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394960" y="205740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59552" y="22037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3288" y="22037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2037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21396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verify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596128" y="2496312"/>
            <a:ext cx="58155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Running hu.nye.GreetingTest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Tests run: 7, Failures: 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--- jacoco:check ---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All coverage checks have been met.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--- checkstyle:check ---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You have 0 Checkstyle violations.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 SUCCESS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 óra végén ez fut le a saját projekteden.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 menü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blokk, a harmadikat már délután csináljuk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739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9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blokk: miért és hogyan tesztelünk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84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szintek, testing pyramid, TDD, mockolás, FIRST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délelőtt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68296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59736"/>
            <a:ext cx="457200" cy="457200"/>
          </a:xfrm>
          <a:prstGeom prst="ellipse">
            <a:avLst/>
          </a:prstGeom>
          <a:solidFill>
            <a:srgbClr val="9AAAB1"/>
          </a:solidFill>
          <a:ln w="12700">
            <a:solidFill>
              <a:srgbClr val="9AAA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496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432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Szünet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70662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551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182112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218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154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blokk: Surefire, Jacoco, Checkstyle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429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maga ellenőrzi a munkádat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273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délelőtt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13048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3904488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9410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3877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blokk: gyakorlat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15137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5, Mockito, Given-When-Then, saját tesztek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délután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35424"/>
            <a:ext cx="10149840" cy="621792"/>
          </a:xfrm>
          <a:prstGeom prst="roundRect">
            <a:avLst>
              <a:gd name="adj" fmla="val 882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626864"/>
            <a:ext cx="457200" cy="457200"/>
          </a:xfrm>
          <a:prstGeom prst="ellipse">
            <a:avLst/>
          </a:prstGeom>
          <a:solidFill>
            <a:srgbClr val="E8944A"/>
          </a:solidFill>
          <a:ln w="12700">
            <a:solidFill>
              <a:srgbClr val="E894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663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4599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Kérdések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8737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nem ült le, ami nem megy, bármi a félévről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7183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végén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9436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 anyag a beadandónál is számít: a védés része lesz, hogy vannak-e tesztjeitek.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tartunk?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hete a Mavennel, múlt héten a kód minőségével foglalkoztunk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14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D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óra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121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pom.xml, koordináták, függőségek, életciklus, fázis, goal, plugin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72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D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óra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 és Clean Code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1729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SOLID, DRY, KISS, YAGNI, beszédes nevek, olvasható kód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224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óra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4224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honnan tudjuk, hogy a kód nem csak szép, hanem működik 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3218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minden összeér: a teszteket egy Maven plugin futtatja, egy másik méri a lefedettséget, egy harmadik a stílust ellenőrzi. Mindhárom ugyanúgy a pom.xml-be kerül, ahogy két hete tanultuk.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Miért tesztelünk?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azért, hogy bizonyítsuk, hogy jó. Azért, hogy kiderüljön, ha rossz.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2651760"/>
          </a:xfrm>
          <a:prstGeom prst="roundRect">
            <a:avLst>
              <a:gd name="adj" fmla="val 214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 közben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Átírod, és kész. Öt perc az egész.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560320" cy="2651760"/>
          </a:xfrm>
          <a:prstGeom prst="roundRect">
            <a:avLst>
              <a:gd name="adj" fmla="val 214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82880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Kódellenőrzéskor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kolléga is elolvasta, megbeszélitek, újra kell csinálni.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560320" cy="2651760"/>
          </a:xfrm>
          <a:prstGeom prst="roundRect">
            <a:avLst>
              <a:gd name="adj" fmla="val 214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E894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Teszteléskor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 összeállt a rendszer, vissza kell nyúlni és újra kiadni.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560320" cy="2651760"/>
          </a:xfrm>
          <a:prstGeom prst="roundRect">
            <a:avLst>
              <a:gd name="adj" fmla="val 214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182880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C053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Élesben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05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1000x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2004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Ügyfelek, adatvesztés, éjszakai hibajavítás, bocsánatkérés.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számok iparági becslések, nem pontos mérések. De a nagyságrend igaz: minél később derül ki egy hiba, annál drágább.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3218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van egy második ok, ami talán még fontosabb: a teszt az egyetlen dolog, ami bátorságot ad hozzányúlni a kódhoz. Teszt nélkül minden átírás szerencsejáték.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eddig csináltatok: kézi tesztelés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Megírom, elindítom, beírok pár dolgot, megnézem a szememmel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Lassú: minden változtatás után újra végig kell kattintani.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teljes: mindig ugyanazt a három esetet próbálod, a negyediket soha.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ismételhető: két hét múlva nem emlékszel, mit is írtál be.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dokumentál: utánad senki nem tudja, minek kellett volna működnie.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a legrosszabb: ami tegnap jó volt, arról ma nem tudod, elromlott-e.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8288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568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05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043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19110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klasszikus „teszt”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2267712"/>
            <a:ext cx="47183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main(String[] a)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g = new Greeting();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g.greet("Balazs", "hu"));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es most nezd meg a szemeddel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egységteszt ugyanez, két különbséggel: nem a szemeddel ellenőrzöd, hanem a gép, és nem egyszer fut le, hanem minden egyes buildnél, örökre.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Tesztelési szintek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Mekkora darabot vizsgálunk egyszerre?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Egységteszt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057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osztály vagy metódus, izolálva. Ezredmásodperc alatt fut. Ezt írjuk ma.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Integrációs teszt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081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egység együtt: adatbázis, fájl, hálózat. Lassabb, de valóságosabb.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Rendszerteszt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end-to-end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41056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teljes alkalmazás kívülről, ahogy a felhasználó használja.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1064240" cy="886968"/>
          </a:xfrm>
          <a:prstGeom prst="roundRect">
            <a:avLst>
              <a:gd name="adj" fmla="val 6186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Átvételi teszt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312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512978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 nézi, hogy a megrendelő azt kapta-e, amit kért.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a négyre szükség van. De nem ugyanannyira: erről szól a következő dia.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tesztelési piramis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Sok gyors teszt alul, kevés lassú teszt felül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 flipV="1">
            <a:off x="2194560" y="1874520"/>
            <a:ext cx="2377440" cy="868680"/>
          </a:xfrm>
          <a:prstGeom prst="trapezoid">
            <a:avLst/>
          </a:prstGeom>
          <a:solidFill>
            <a:srgbClr val="5FA8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2130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lassú, törékeny, drága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V="1">
            <a:off x="1280160" y="2788920"/>
            <a:ext cx="4206240" cy="868680"/>
          </a:xfrm>
          <a:prstGeom prst="trapezoid">
            <a:avLst/>
          </a:prstGeom>
          <a:solidFill>
            <a:srgbClr val="3FBF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3044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Integrációs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közepes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274320" y="3703320"/>
            <a:ext cx="6217920" cy="868680"/>
          </a:xfrm>
          <a:prstGeom prst="trapezoid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" y="3959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Egységteszt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gyors, olcsó, sok belőle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kevés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sok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1828800"/>
            <a:ext cx="2834640" cy="2743200"/>
          </a:xfrm>
          <a:prstGeom prst="roundRect">
            <a:avLst>
              <a:gd name="adj" fmla="val 200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068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fagylalttölcsér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37744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megfordítod a piramist, azt kapod, amit sok cégnél látni: rengeteg lassú, kézi és e2e teszt, alig néhány egységteszt.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Eredmény: a build fél óra, senki nem hisz a piros tesztnek, és mindenki fél hozzányúlni a kódhoz.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7492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egységteszt azért van alul, mert olcsó megírni, gyors lefuttatni, és pontosan megmondja, hol a hiba. Egy elbukó e2e teszt csak annyit mond: valami nem jó.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Tesztelési módszerek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Ugyanazt a kódot többféle szemszögből lehet nézni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Fekete doboz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érdekel, hogyan működik belül. Csak a bemenet és a kimenet.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Fehér doboz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240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Ismerem a belső működést, és az ágakra célzok. Az egységteszt ilyen.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Funkcionális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 csinálja-e, amit kell?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funkcionális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6118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Elég gyors? Elég biztonságos? Bírja a terhelést?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Manuális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kattint végig egy forgatókönyvet.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Automatizált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9834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Gép futtatja, minden buildnél, magától.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65099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van még kettő, amit hallani fogtok: a regressziós teszt azt ellenőrzi, hogy ami eddig jó volt, az jó is maradt. A smoke teszt pedig azt, hogy egyáltalán elindul-e a rendszer.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az egységteszt, és mi nem az?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definíció a félév hátralévő részében végig érvényes lesz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Egységteszt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osztályt vagy metódust vizsgál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benne adatbázis, hálózat, fájl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Ezredmásodpercek alatt lefut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Mindig ugyanazt az eredményt adja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Magától eldönti, hogy sikerült-e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egységteszt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Amihez el kell indítani az adatbázist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hálózatra megy ki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tíz másodpercig fut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néha elbukik, néha nem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meg kell nézni a szemeddel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32180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utolsó pont a legfontosabb. Ha meg kell nézned a kimenetet, hogy eldöntsd, jó volt-e, az nem teszt, hanem egy program, ami kiír valamit. A teszt maga dönt: zöld vagy piros.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Mikor írjuk meg a tesztet?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helyes válasz nem az, hogy „majd a végén”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C053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9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végén, ha marad idő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0391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 nem marad idő. Ez a gyakorlatban azt jelenti: soha.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E894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980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kód megírása után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09067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Működik, de már a saját megoldásodhoz igazodsz. Azt teszteled, amit írtál, nem azt, amire szükség van.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8620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032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kóddal együtt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1422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Írsz egy kis kódot, írsz rá tesztet, tovább. Ez a reális, mindennapi gyakorlat.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3776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5084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kód előtt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51937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TDD. Előbb a teszt, ami elbukik, aztán a kód, ami zöldre viszi.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beadandónál a harmadikat kérem tőletek. A TDD-t nem kötelező használni, de érdemes kipróbálni.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TDD: red, green, refactor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Driven Development, magyarul tesztvezérelt fejlesztés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C053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568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60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Írsz egy tesztet arra, ami még nincs megírva. Lefuttatod, és elbukik. Ez jó jel: a teszt tényleg mér valamit.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9592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82880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2E9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07992" y="19568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GREEN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560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Megírod a legegyszerűbb kódot, amitől zöld lesz. Nem a legszebbet. A legegyszerűbbet.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699248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429000" cy="2651760"/>
          </a:xfrm>
          <a:prstGeom prst="roundRect">
            <a:avLst>
              <a:gd name="adj" fmla="val 2069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82880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3A7B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11312" y="19568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REFACTOR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11312" y="256032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teheted széppé a kódot. És ha közben elrontod, azonnal megtudod, mert a teszt pirosra vált.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8920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jó ez?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2303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 a teszt megírásakor még a feladatra gondolsz, nem a megoldásodra. És mert a harmadik lépésben szabadon átírhatod a kódot: van egy hálód, ami elkap, ha elrontod.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Mockolás: miért és mikor?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az osztályodnak szüksége van valamire, amit a tesztben nem akarsz elindítani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468880"/>
          </a:xfrm>
          <a:prstGeom prst="roundRect">
            <a:avLst>
              <a:gd name="adj" fmla="val 2963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probléma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26694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OrderService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PaymentGateway gw;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pay(Order o)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gw.charge(o.total());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2880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akarsz igazi bankkártyát terhelni minden buildnél.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akarsz hálózatra menni: lassú és megbízhatatlan.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akarod próbálni, mi történik, ha a fizetés hibát dob. Igazival ez nehéz.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Ezért a tesztben egy hamis PaymentGateway-t adsz át. Ez a mock.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645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Dummy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663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azért van, hogy legyen. Soha nem használjuk.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45720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4645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Stub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4663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Előre megmondott választ ad. „Ha kérdezel, ezt felelem.”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422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201168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 is figyeli, hogyan használtad. „Meghívtad-e, és hányszor?”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534924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5422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5440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Működő, de egyszerűsített változat. Például memóriában tárolt adatbázis.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FIRST: milyen a jó egységteszt?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 betű, öt szabály. Ez a mai óra legjobban megjegyezhető része.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0208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Gyors. Ezredmásodpercek. Ha lassú, nem fogod futtatni, és akkor nincs értelme.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3405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07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8620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Független. Bármilyen sorrendben lefuthat, és nem függ a többitől.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7530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484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694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Ismételhető. Ugyanaz az eredmény a te gépeden, a kollégáén és a build szerveren.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165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97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535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Self-validating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4544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Magát ellenőrzi. Zöld vagy piros. Nincs „nézd meg a kimenetet”.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148072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57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330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376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Timely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538581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Időben írt. A kóddal együtt, nem fél évvel később.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egy teszt ezek közül valamelyiket megsérti, előbb-utóbb ki fogjátok kapcsolni. És a kikapcsolt teszt semmit nem ér.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Szünet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 perc, aztán folytatjuk.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Szünet után a Maven pluginek jönnek. Nyissátok meg a múlt heti projekteteket.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2011680"/>
            <a:ext cx="3931920" cy="2651760"/>
          </a:xfrm>
          <a:prstGeom prst="roundRect">
            <a:avLst>
              <a:gd name="adj" fmla="val 2069"/>
            </a:avLst>
          </a:prstGeom>
          <a:solidFill>
            <a:srgbClr val="1B3B4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7432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drága a későn felfedezett hiba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Szintek és a tesztelési piramis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Egységteszt, TDD, mockolás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gyors, független, ismételhető, önellenőrző, időben írt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Megírtad a tesztet.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ki futtatja le?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7472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veszi észre, ha valaki olyan kódot tölt fel, ami elrontja a te tesztedet?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Honnan tudod, hogy a kódod mekkora részét futtatja egyáltalán teszt?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szól, ha a csapat fele más behúzást használ, mint a másik fele?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mindezt ki csinálja meg magától, minden egyes buildnél?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21031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25146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Surefire</a:t>
            </a:r>
            <a:endParaRPr lang="en-US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Jacoco</a:t>
            </a:r>
            <a:endParaRPr lang="en-US" sz="20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Checkstyle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plugin, egy parancs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Emlékeztető: fázis és goal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hete tanultuk. Ma ezen fog múlni minden.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fázis csak egy megnevezett pont a sorban. Önmagában semmit nem csinál.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munkát a pluginek végzik, és minden plugin goalokat kínál.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Maven annyit tesz, hogy goalokat köt a fázisokhoz.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három plugint fogunk hozzákötni a build megfelelő pontjaihoz.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29400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901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surefire:test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21579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lefuttatja az egységteszteket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2542032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6151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615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jacoco:prepare-agent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8712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elindítja a mérést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3255264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3328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3328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jacoco:report + check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3584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 és a 80%-os kapu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3968496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checkstyle:check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4297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stílusellenőrzés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Ezért elég egyetlen parancs: mvn clean verify. A verify fázisig minden lefut, tehát fordít, tesztel, mér, ellenőriz. Nektek nem kell külön kiadni őket.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Surefire: a tesztfuttató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az a plugin, ami a test fázisban dolgozik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Megkeresi a teszteket a src/test/java mappában.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Alapértelmezésben azokat a fájlokat futtatja, amiknek a neve Test-tel kezdődik vagy Test, Tests, TestCase végű.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Lefuttatja őket, és ha bármelyik elbukik, megállítja a buildet.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Riportot ír a target/surefire-reports mappába, txt és xml formában.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6539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3912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1286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191109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test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2267712"/>
            <a:ext cx="480974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--- surefire:3.2.5:test ---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Running hu.nye.GreetingTest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Tests run: 3, Failures: 1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expected: &lt;Szia, Bob!&gt;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[ERROR]  but was: &lt;Hello, Bob!&gt;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 FAILURE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 sietsz: mvn package -DskipTests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Néha jogos. De ha rászoktok, a tesztek pont akkor nem futnak, amikor a legnagyobb szükség lenne rájuk. Használjátok ritkán, és rossz lelkiismerettel.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hibaüzenet olvasása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5029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surefire mindig megmondja, mit várt és mit kapott. Az expected és az actual sor a két legfontosabb. A részletes riport a target/surefire-reports mappában van.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Lefedettség: mit mér, és mit nem?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coverage azt mutatja meg, a kódod mekkora részén futott át egyáltalán teszt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megmond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Mely sorokon futott át teszt, és melyeken nem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Melyik if-ág maradt ki teljesen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vannak a teljesen érintetlen osztályok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NEM mond meg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 a tesztjeid értelmesek-e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 jót ellenőriznek-e, vagy csak lefuttatják a kódot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 a fontos eseteket lefeded-e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5669280" cy="1645920"/>
          </a:xfrm>
          <a:prstGeom prst="roundRect">
            <a:avLst>
              <a:gd name="adj" fmla="val 4444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13232" y="44897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44897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44897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4425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lefedettség, nulla érték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4782312"/>
            <a:ext cx="526694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testGreet()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service.greet("Bob", "hu");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es itt nincs semmilyen ellenorzes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4343400"/>
            <a:ext cx="5120640" cy="1645920"/>
          </a:xfrm>
          <a:prstGeom prst="roundRect">
            <a:avLst>
              <a:gd name="adj" fmla="val 3333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45262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teszt 100%-os lefedettséget ad arra a metódusra, és pontosan semmit nem ellenőriz. Lefut, nem dob hibát, kész.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5349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Ezért a lefedettség hasznos jelzés, de nem cél. Arra jó, hogy megmutassa, hol nincs teszt.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Jacoco: a lefedettség mérése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goal, és egy kapu, ami megállítja a buildet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prepare-agent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initialize fázisban fut. Beállít egy ügynököt, ami futás közben figyeli, mely sorokon halad át a program.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90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644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verify fázisban fut. HTML riportot készít a target/site/jacoco mappába, amit böngészőben tudsz megnyitni.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852160" cy="96012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87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6168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Szintén a verify fázisban. Ez az, ami megállítja a buildet, ha a lefedettség a megadott érték alatt van.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0" y="1783080"/>
            <a:ext cx="4937760" cy="3017520"/>
          </a:xfrm>
          <a:prstGeom prst="roundRect">
            <a:avLst>
              <a:gd name="adj" fmla="val 2424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39712" y="19293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13448" y="19293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87184" y="19293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18653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részlet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2221992"/>
            <a:ext cx="453542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&lt;plugin&gt;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&lt;groupId&gt;org.jacoco&lt;/groupId&gt;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&lt;artifactId&gt;jacoco-maven-plugin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&lt;/artifactId&gt;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&lt;version&gt;0.8.12&lt;/version&gt;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&lt;executions&gt;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prepare-agent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check: LINE &gt;= 0.80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&lt;/executions&gt;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&lt;/plugin&gt;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2852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teljes, működő konfiguráció a demó csomag pom.xml-jében van, kommentekkel. Órán azt fogjuk bemásolni.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80%-os kapu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Beállítjuk, mert hasznos. De beszéljünk arról is, mi a veszélye.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194560"/>
          </a:xfrm>
          <a:prstGeom prst="roundRect">
            <a:avLst>
              <a:gd name="adj" fmla="val 3333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verify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2669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--- jacoco:check ---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[WARNING] Rule violated for class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hu.nye.GreetingGenerator: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lines covered ratio is 0.62,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but expected minimum is 0.80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BUILD FAILURE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8288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megáll, ugyanúgy, mint egy elbukó tesztnél.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jó: nem lehet észrevétlenül tesztelés nélküli kódot beletolni a projektbe.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80% egy bevett hüvelykujjszabály, nem törvény. Van, ahol 60, van, ahol 90.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beadandónál nem fogom számonkérni a pontos százalékot. Azt fogom nézni, hogy a lényegi logikára van-e teszt.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1064240" cy="1645920"/>
          </a:xfrm>
          <a:prstGeom prst="roundRect">
            <a:avLst>
              <a:gd name="adj" fmla="val 3333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5262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Amire vigyázzatok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892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 szám lesz a cél, az emberek a számot fogják teljesíteni, nem a minőséget. Lehet 80%-ot elérni értelmetlen tesztekkel, amik semmit nem ellenőriznek. Olyankor a projekt rosszabb helyzetben van, mint teszt nélkül: van egy zöld pipa, ami hamis biztonságot ad.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Checkstyle: a stílus őre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 heti Clean Code óra folytatása, csak most a gép nézi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a működést ellenőrzi, hanem azt, hogy hogyan néz ki a kód.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Behúzás, sorhosszúság, elnevezési szabályok, hiányzó JavaDoc, felesleges import.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XML szabályfájl írja le, mit vár el. Ismert alapkészletek: sun_checks, google_checks.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Csapatban ez megszünteti a stílusvitákat: nem ízlés kérdése, hanem be van állítva.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92240" y="18288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568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05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043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69480" y="19110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checkstyle:check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93408" y="2267712"/>
            <a:ext cx="47183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Greeting.java:14: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is longer than 100 chars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[WARN] Greeting.java:21: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Missing a Javadoc comment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[INFO] You have 2 violations.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Figyelmeztet vagy megállít?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beállítás kérdése. A failOnViolation kapcsolóval eldöntöd, hogy a build megálljon-e, vagy csak írjon figyelmeztetést.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4434840"/>
            <a:ext cx="5394960" cy="1508760"/>
          </a:xfrm>
          <a:prstGeom prst="roundRect">
            <a:avLst>
              <a:gd name="adj" fmla="val 3636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Tanács a beadandóhoz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983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Kezdjétek figyelmeztetéssel. Ha az első naptól megállítja a buildet, a fél csoport kikapcsolja, és akkor semmi értelme.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három plugin együtt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történik, amikor kiadod, hogy mvn clean verify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9AAA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385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9202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mappa törlése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0487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1460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560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5420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checkstyle:check · stílusellenőrzés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36392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182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163824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jacoco:prepare-agent · a mérés elindul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58184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9AAA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8039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37856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270248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79976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4256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560320" y="440740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surefire:test · a tesztek futnak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001768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9AAA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474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560320" y="50292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készül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51383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623560"/>
            <a:ext cx="1554480" cy="320040"/>
          </a:xfrm>
          <a:prstGeom prst="roundRect">
            <a:avLst>
              <a:gd name="adj" fmla="val 14286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6692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560320" y="5650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jacoco:report + check · riport és a 80%-os kapu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parancs, hét lépés. És ha bármelyik elbukik, nincs kész csomag. Pontosan ez fut le egy cégnél is minden feltöltésnél.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Itt megállunk.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Délután gyakorlat jön.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57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Délután ti fogtok tesztet írni. Hozzátok a múlt heti projekteteket.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737360"/>
            <a:ext cx="3931920" cy="3657600"/>
          </a:xfrm>
          <a:prstGeom prst="roundRect">
            <a:avLst>
              <a:gd name="adj" fmla="val 1500"/>
            </a:avLst>
          </a:prstGeom>
          <a:solidFill>
            <a:srgbClr val="1B3B4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920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Eddig megvan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és mit tesztelünk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mockolás, FIRST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Surefire, Jacoco, Checkstyle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3703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9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Délután jön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41605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5: az első saját teszt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Given-When-Then és elnevezés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Mockito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tesztek a saját projekten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5: az első saját teszt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sor kell a pom.xml-be, és már írhatod 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651760"/>
          </a:xfrm>
          <a:prstGeom prst="roundRect">
            <a:avLst>
              <a:gd name="adj" fmla="val 2759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GreetingGeneratorTest.java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26694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GreetingGeneratorTest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testGreetShouldReturn...()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result = gg.greet("Bob","hu");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assertEquals("Szia, Bob!", result);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828800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901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1396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egy teszt metódus. Ennyi, nincs más dolgod.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92240" y="2523744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25968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834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teszt előtt lefut. Ide jön a közös előkészítés.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218688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291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@DisplayName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5295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Olvasható név a riportban, akár szóközökkel, magyarul.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913632"/>
            <a:ext cx="5120640" cy="585216"/>
          </a:xfrm>
          <a:prstGeom prst="roundRect">
            <a:avLst>
              <a:gd name="adj" fmla="val 937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3986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@ParameterizedTest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2245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 a teszt több bemenettel. Sok másolástól ment meg.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" y="480974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480974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0704" y="480974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325880" y="474573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ellenőrizni tudsz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" y="5102352"/>
            <a:ext cx="5266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assertEquals(varat, kapott)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assertTrue / assertFalse / assertNull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assertThrows(Hiba.class, () -&gt; ...)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466344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4846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assertThrows a kedvencem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51937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Ezzel tudod ellenőrizni, hogy a kódod rendesen hibát dob, amikor kell. A hibaágakat legalább annyira fontos tesztelni, mint a jó eseteket.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Given-When-Then és az elnevezés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Kétféle szabály, amitől a tesztjeid olvashatóak lesznek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szerkezet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63270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testGreetShouldUseFallback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WhenNameIsBlank()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given - az elokeszites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name = "   ";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when - a vizsgalt muvelet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r = gg.greet(name, "hu");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then - az ellenorzes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assertEquals("Szia, Ismeretlen!", r);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Elnevezési konvenció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224028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2331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testMethod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ShouldDoSomething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WhenCondition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246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hívtál meg, minek kellene történnie, és milyen feltétel mellett.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Hosszú név? Igen. És ez így jó: a hibaüzenetben ez a név fog megjelenni.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elbukik egy teszt, a nevéből azonnal tudod, mi romlott el, anélkül hogy megnyitnád.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5120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teszt egy dolgot ellenőrizzen. Ha a metódus nevébe két „and” is kerül, valószínűleg két tesztet írsz egybe. Vágd ketté.</a:t>
            </a:r>
            <a:endParaRPr lang="en-US" sz="14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Mockito: a hamis kolléga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Három dolgot kell tudni róla, és azzal el lehet indulni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mock(...)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671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Készít egy hamis példányt. Minden metódusa null-t vagy nullát ad vissza, amíg meg nem mondod, mit adjon.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9008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when(...).thenReturn(...)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644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Megmondod, mit feleljen. „Ha megkérdezik az árat, mondj 500-at.”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760720" cy="960120"/>
          </a:xfrm>
          <a:prstGeom prst="roundRect">
            <a:avLst>
              <a:gd name="adj" fmla="val 5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087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verify(...)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616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Ellenőrzöd, hogy tényleg meghívták-e. „Tényleg elküldted azt a levelet?”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1783080"/>
            <a:ext cx="5029200" cy="3017520"/>
          </a:xfrm>
          <a:prstGeom prst="roundRect">
            <a:avLst>
              <a:gd name="adj" fmla="val 2424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48272" y="19293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22008" y="19293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95744" y="19293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18653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OrderServiceTest.java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2221992"/>
            <a:ext cx="4626864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gw = mock(PaymentGateway.class);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when(gw.charge(500))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.thenReturn(true);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service = new OrderService(gw);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service.pay(order);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verify(gw).charge(500);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verify(gw, never()).refund(any());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285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Mikor NE mockolj: ha az osztálynak nincs külső függősége, akkor ne találj ki neki egyet. A legtöbb egységteszt mockolás nélkül megvan, és az a jobb.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Gyakorlat: most ti jöttök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saját projekteteken, együtt, lépésről lépésre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96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013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Tedd be a JUnit függőséget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57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scope-pal, ahogy két hete tanultuk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Írj egy osztályt, aminek van logikája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770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például a köszönés-előállító a 2. óráról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27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Írd meg az első tesztet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4838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Given-When-Then, hosszú, beszédes névvel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593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9410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Írj egy tesztet a hibaágra is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1970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assertThrows, vagy egy üres bemenet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725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6542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clean verify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910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parancssorból is, nem csak a zöld nyíllal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457200" cy="457200"/>
          </a:xfrm>
          <a:prstGeom prst="ellipse">
            <a:avLst/>
          </a:prstGeom>
          <a:solidFill>
            <a:srgbClr val="E8944A"/>
          </a:solidFill>
          <a:ln w="12700">
            <a:solidFill>
              <a:srgbClr val="E894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3858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3675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Rontsd el szándékosan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5623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írd át a várt értéket, és olvassuk el a hibát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178308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656832" y="19293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19293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04304" y="19293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18653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függőség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693408" y="2221992"/>
            <a:ext cx="471830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&lt;groupId&gt;org.junit.jupiter&lt;/groupId&gt;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&lt;artifactId&gt;junit-jupiter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&lt;/artifactId&gt;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&lt;version&gt;5.10.2&lt;/version&gt;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&lt;scope&gt;test&lt;/scope&gt;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434340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20840" y="4526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Figyelem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4892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 pom.xml-etekben még nincs Jacoco és Checkstyle, tehát lefedettségi riport sem lesz. A plugin blokk bemásolható a demó projektből.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vannak a riportok?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a build készít, azt meg is lehet nézni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target/surefire-reports/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Tesztriportok, fájlonként. Itt van a teljes hibaüzenet és a stack trace is, ha valami elbukott.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089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target/site/jacoco/index.html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lefedettségi riport. Nyisd meg böngészőben: soronként színezi a kódot, zöld ami futott, piros ami nem.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297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target/checkstyle-result.xml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stílusellenőrzés eredménye. A konzolon is látszik, de itt van részletesen.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jacoco HTML riportot mindenképp nyissátok meg egyszer. Sokkal beszédesebb, mint egy százalékszám: pontosan látszik, melyik sorokra nem jutott teszt.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ma megtanultunk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Négy dolog, ami innentől végig velünk marad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8424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0391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későn felfedezett hiba sokszorosába kerül. És a teszt az, ami bátorságot ad hozzányúlni a kódhoz.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3580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36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30906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Egységteszt: egy osztály, izolálva, gyorsan. Sok belőle, a piramis alján.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08736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87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Hogyan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377440" y="414223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5, Given-When-Then, beszédes név, egy teszt egy dolgot. Mockito, ha van külső függőség.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7FAF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138928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239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Mivel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51937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Surefire futtat, Jacoco mér, Checkstyle a stílust nézi. Mind a három egy Maven plugin.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a fogalmak, amiket innentől használni fogok: egységteszt, mock, lefedettség, Given-When-Then, FIRST.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Házi feladat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Ezúttal a saját beadandótok felé mutat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Vegyétek elő a múlt heti vagy a beadandó projektjeteket, és írjatok hozzá teszteket. Legalább egy osztályra, a jó és a hibás eseteket is.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elvárok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függőség, test scope-pal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Legalább öt értelmes teszt, Given-When-Then szerkezettel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Beszédes teszt metódusnevek a konvenció szerint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Legalább egy teszt hibaágra (assertThrows vagy rossz bemenet)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Lefut az mvn clean verify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926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Amivel több lesz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2918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beállítva, 80%-os ellenőrzéssel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Checkstyle beállítva, legalább figyelmeztető módban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@ParameterizedTest több bemenettel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Mockito-s teszt, ha van külső függőséged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jacoco riport megnyitva, és tudod mondani, mi nincs lefedve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demó csomag 04-teszteles mappája egy kész, működő példa. Nem lemásolni kell, hanem megnézni, hogyan épül fel.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Kérdések, elakadások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anyaggal megvagyunk, a maradék idő a tiétek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110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fut le a tesztedet?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Oszd meg a képernyőd, együtt megnézzük. Sokkal gyorsabb, mint chatben leírni.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6265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érted, mit mockolnál?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73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Hozd a saját osztályodat, és megnézzük, kell-e egyáltalán mockolni hozzá.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14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 a beadandóról?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25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 legjobb alkalom, mert van rá idő.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0657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Nálad minden megy?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766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Maradj itt, és segíts másnak. Elmagyarázni valamit a legjobb tanulás.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hibaüzenetet hozol, másold be szó szerint úgy, ahogy megjelent.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Kérdések?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Köszönöm, hogy végigcsináltátok. A mai anyag a kurzus repójába is felkerül.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73736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1B3B4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Jövő héten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468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Komplexebb közös programozási feladat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játék vázának elkezdése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Logolás, VO objektumok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packaging: model, ui, service, persistence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Köszönöm a figyelmet!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4. óra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ora - Teszteles</dc:title>
  <dc:subject>PptxGenJS Presentation</dc:subject>
  <dc:creator>Programozasi technologiak</dc:creator>
  <cp:lastModifiedBy>Programozasi technologiak</cp:lastModifiedBy>
  <cp:revision>1</cp:revision>
  <dcterms:created xsi:type="dcterms:W3CDTF">2026-09-29T11:16:47Z</dcterms:created>
  <dcterms:modified xsi:type="dcterms:W3CDTF">2026-09-29T11:16:47Z</dcterms:modified>
</cp:coreProperties>
</file>